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5" r:id="rId12"/>
    <p:sldId id="274" r:id="rId13"/>
    <p:sldId id="276" r:id="rId14"/>
    <p:sldId id="278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marR="47625" algn="ctr">
              <a:lnSpc>
                <a:spcPct val="115000"/>
              </a:lnSpc>
              <a:spcBef>
                <a:spcPts val="1085"/>
              </a:spcBef>
              <a:buNone/>
            </a:pPr>
            <a:r>
              <a:rPr lang="en-IN" sz="2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Cloud-Based Industrial Digital Twin Platform for IoT-Integrated 3D Asset Monitoring and Predictive Analytics</a:t>
            </a:r>
            <a:endParaRPr lang="en-IN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Sparsh Mittal (2210990865)</a:t>
            </a:r>
            <a:b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Payal (2210992037)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Arshpreet Singh (2210991370)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S.B. Goyal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systems require continuous monitoring for reliability and efficiency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integration between CAD models and sensor data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is limited to numerical values, reducing clarity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bridges physical machines with virtual 3D models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monitoring, analysis, and predictive decision-making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B81C-D2A9-E066-D188-6062DFEA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84A58B5-66A5-1F0B-F3CF-8B8A2B22232A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99181EA-9024-FE93-7DBA-101C5CA2766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5618E06-0FA2-88D0-C6EE-45B71A762218}"/>
              </a:ext>
            </a:extLst>
          </p:cNvPr>
          <p:cNvSpPr txBox="1"/>
          <p:nvPr/>
        </p:nvSpPr>
        <p:spPr>
          <a:xfrm>
            <a:off x="305280" y="1197316"/>
            <a:ext cx="823254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fragmented and non-centralized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 data and IoT sensor data are stored separately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synchronization between physical and digital systems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relies on numbers instead of visual insights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detect faults early and optimize maintenance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11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8C287-1D88-3889-C229-DE6EC302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35E005D-268E-D8DC-78B3-64BD909D28F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1E3267C-3794-377C-E723-F7482DDA7E1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F25BA29-E502-B573-1117-D9A8A9A02EA6}"/>
              </a:ext>
            </a:extLst>
          </p:cNvPr>
          <p:cNvSpPr txBox="1"/>
          <p:nvPr/>
        </p:nvSpPr>
        <p:spPr>
          <a:xfrm>
            <a:off x="305280" y="1197316"/>
            <a:ext cx="823254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fragmented and non-centralized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 data and IoT sensor data are stored separately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synchronization between physical and digital systems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relies on numbers instead of visual insights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detect faults early and optimize maintenance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915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656A-F6D2-56A1-C7F7-5C6299D1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C99E09F-3DA6-109E-C1ED-96DC8AA6282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DA4529F-A4A6-E1F5-7740-61B538DD1BA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0D7F68C-27BA-0356-5D0D-025C23E41716}"/>
              </a:ext>
            </a:extLst>
          </p:cNvPr>
          <p:cNvSpPr txBox="1"/>
          <p:nvPr/>
        </p:nvSpPr>
        <p:spPr>
          <a:xfrm>
            <a:off x="305280" y="1197316"/>
            <a:ext cx="823254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cloud-based centralized Digital Twin platform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 real-time synchronization (latency: 1–2 seconds)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high mapping accuracy (90–95%)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IoT sensor data with 3D CAD models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predictive analytics and improved decision-making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566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DE59E-2732-6C28-BB9F-28872A13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D9304D7-2458-878B-1A71-569E2C53F04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7C567B3-E3A1-B28B-D92B-B6DF773F203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3C3ABD8-4FDA-A694-D906-ED371659B132}"/>
              </a:ext>
            </a:extLst>
          </p:cNvPr>
          <p:cNvSpPr txBox="1"/>
          <p:nvPr/>
        </p:nvSpPr>
        <p:spPr>
          <a:xfrm>
            <a:off x="453895" y="1009714"/>
            <a:ext cx="823254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Inputs: CAD 3D models + IoT sensor data (temperature, vibration, acceleration)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Processing: Data ingestion, mapping, synchronization, and analytics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Core: Real-time synchronization engine linking sensors to 3D components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Interactive 3D visualization with performance insights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 representation of machine behaviour in real time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419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B2E7E-1489-EB2F-F410-1593B81C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BED4426-450F-AD6B-2C16-497DB0DA9025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1F37351-5950-C384-873C-38F18703095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FBD786B-85AE-A322-A854-047077A914BA}"/>
              </a:ext>
            </a:extLst>
          </p:cNvPr>
          <p:cNvSpPr txBox="1"/>
          <p:nvPr/>
        </p:nvSpPr>
        <p:spPr>
          <a:xfrm>
            <a:off x="453895" y="1009714"/>
            <a:ext cx="823254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 models are created and optimized into lightweight 3D formats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sensors collect real-time machine data at defined sampling rates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data is mapped to specific components of 3D models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processed for KPIs, trends, and machine health metrics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displays synchronized digital twin and analytics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65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C4C4-6BB7-CD46-5B80-EB830151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6792FE-C5C2-11C0-BD72-4827AF6017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7720"/>
            <a:ext cx="9144000" cy="58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Shape 1">
            <a:extLst>
              <a:ext uri="{FF2B5EF4-FFF2-40B4-BE49-F238E27FC236}">
                <a16:creationId xmlns:a16="http://schemas.microsoft.com/office/drawing/2014/main" id="{158CBAA3-861E-250E-256C-21160BB6AF6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72941E6-413A-26FF-4C56-E2AD2BEC545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385517C-7ECF-3461-FE2A-AB0B3FD02712}"/>
              </a:ext>
            </a:extLst>
          </p:cNvPr>
          <p:cNvSpPr txBox="1"/>
          <p:nvPr/>
        </p:nvSpPr>
        <p:spPr>
          <a:xfrm>
            <a:off x="453895" y="1009714"/>
            <a:ext cx="823254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432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F53EE-89D3-A44B-8236-4861E8DEF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4D749ED-8907-A0D0-923E-72FA89A1536C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A5701E1-12BE-3527-CD99-B8125AB4B72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F6A76C9-5AAB-6C2F-6BE8-503D0B52A50D}"/>
              </a:ext>
            </a:extLst>
          </p:cNvPr>
          <p:cNvSpPr txBox="1"/>
          <p:nvPr/>
        </p:nvSpPr>
        <p:spPr>
          <a:xfrm>
            <a:off x="453895" y="1009714"/>
            <a:ext cx="823254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 Tools: SolidWorks, AutoCAD for machine design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Optimization: Blender for lightweight rendering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Platform: AWS for storage, scalability, and processing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APIs for data handling and synchronization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Web dashboard for visualization and interaction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Sensors: Measure temperature (1/sec), vibration (10–50/sec), acceleration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011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68566-C880-7B17-67FF-E3659D3E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11D4283-D638-A087-2D1F-71A3821A809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Proposed Results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071E8DD-CF4C-EB68-89C4-955CA4FF6C8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B8215CC-1AF5-ECBC-E7FE-A1597E964463}"/>
              </a:ext>
            </a:extLst>
          </p:cNvPr>
          <p:cNvSpPr txBox="1"/>
          <p:nvPr/>
        </p:nvSpPr>
        <p:spPr>
          <a:xfrm>
            <a:off x="453895" y="1009714"/>
            <a:ext cx="8232545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3D digital twin with IoT data integration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Sensor-to-component mapping with 90–95% accuracy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latency maintained at 1–2 seconds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20–30% faster anomaly detection compared to traditional systems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15–20% improvement in maintenance efficiency</a:t>
            </a:r>
          </a:p>
          <a:p>
            <a:pPr marL="342900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analysis for trend identification and prediction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069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8A73A-263E-61C7-AF51-4A69A0F5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8D982C0-372C-0E14-2E3F-19191E765B3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A52F20D-A2F6-3443-27FD-9858F3EBA64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B3AAA87-1ED8-A1BF-901F-D8245B726BD4}"/>
              </a:ext>
            </a:extLst>
          </p:cNvPr>
          <p:cNvSpPr txBox="1"/>
          <p:nvPr/>
        </p:nvSpPr>
        <p:spPr>
          <a:xfrm>
            <a:off x="453895" y="1009714"/>
            <a:ext cx="8232545" cy="584828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efficient real-time monitoring and improved visualization</a:t>
            </a:r>
          </a:p>
          <a:p>
            <a:pPr marL="342900" indent="-34290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downtime and maintenance costs through predictive insights</a:t>
            </a:r>
          </a:p>
          <a:p>
            <a:pPr marL="342900" indent="-34290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operational decision-making with data-driven analytics</a:t>
            </a:r>
          </a:p>
          <a:p>
            <a:pPr marL="342900" indent="-34290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includes: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AI/ML-based predictive maintenance</a:t>
            </a: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AR/VR-based immersive visualization</a:t>
            </a:r>
            <a:b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time-series data storage systems</a:t>
            </a:r>
          </a:p>
          <a:p>
            <a:pPr marL="800100" lvl="1" indent="-34290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Multi-machine integrated monitoring platform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225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34720</TotalTime>
  <Words>528</Words>
  <Application>Microsoft Office PowerPoint</Application>
  <PresentationFormat>On-screen Show (4:3)</PresentationFormat>
  <Paragraphs>93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Sparsh Mittal</cp:lastModifiedBy>
  <cp:revision>2302</cp:revision>
  <dcterms:created xsi:type="dcterms:W3CDTF">2010-04-09T07:36:15Z</dcterms:created>
  <dcterms:modified xsi:type="dcterms:W3CDTF">2026-04-29T06:48:12Z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